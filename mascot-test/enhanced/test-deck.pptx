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Coffee is practically the lifeblood of the tech world, providing developers everywhere with the sustained energy needed to tackle complex lines of code. Whether your personal preference is a concentrated espresso, a smooth filter, or refreshing cold brew, it’s that familiar caffeine kick that fuels creativity and focus during long coding sessions.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coffee is known for its immediate jolt, tea serves as a much quieter alternative for those seeking sustained focus. Whether you prefer the vibrant earthiness of matcha, the sophisticated profile of oolong, or a classic earl grey, these varieties offer a more grounded and balanced way to begin your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/>
              <a:t>Coffee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206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It fuels developers worldwide</a:t>
            </a:r>
          </a:p>
          <a:p>
            <a:pPr>
              <a:spcBef>
                <a:spcPts val="800"/>
              </a:spcBef>
              <a:defRPr sz="1800"/>
            </a:pPr>
            <a:r>
              <a:t>• Espresso, filter, or cold brew</a:t>
            </a:r>
          </a:p>
        </p:txBody>
      </p:sp>
      <p:pic>
        <p:nvPicPr>
          <p:cNvPr id="4" name="Picture 3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737360"/>
            <a:ext cx="3749039" cy="21088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/>
              <a:t>Tea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206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The quieter alternative</a:t>
            </a:r>
          </a:p>
          <a:p>
            <a:pPr>
              <a:spcBef>
                <a:spcPts val="800"/>
              </a:spcBef>
              <a:defRPr sz="1800"/>
            </a:pPr>
            <a:r>
              <a:t>• Matcha, oolong, earl grey</a:t>
            </a:r>
          </a:p>
        </p:txBody>
      </p:sp>
      <p:pic>
        <p:nvPicPr>
          <p:cNvPr id="4" name="Picture 3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737360"/>
            <a:ext cx="3749039" cy="21088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