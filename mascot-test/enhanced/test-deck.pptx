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Now, let's talk about something synonymous with our industry: coffee. It is more than just a beverage; it provides the essential energy needed during deep work and long coding sessions. Whether you prefer an espresso shot, a filtered cup, or a cold brew, it remains a core staple of our daily routine.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you’re looking for a gentler alternative to the quick jolt of coffee, tea offers a much steadier experience. Whether you prefer the earthy richness of matcha, the complex profile of an oolong, or the classic floral notes of an Earl Grey, it provides a calmer way to find your focus.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/>
              <a:t>Coffee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206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It fuels developers worldwide</a:t>
            </a:r>
          </a:p>
          <a:p>
            <a:pPr>
              <a:spcBef>
                <a:spcPts val="800"/>
              </a:spcBef>
              <a:defRPr sz="1800"/>
            </a:pPr>
            <a:r>
              <a:t>• Espresso, filter, or cold brew</a:t>
            </a:r>
          </a:p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37360"/>
            <a:ext cx="3749039" cy="21088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/>
              <a:t>Tea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206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The quieter alternative</a:t>
            </a:r>
          </a:p>
          <a:p>
            <a:pPr>
              <a:spcBef>
                <a:spcPts val="800"/>
              </a:spcBef>
              <a:defRPr sz="1800"/>
            </a:pPr>
            <a:r>
              <a:t>• Matcha, oolong, earl grey</a:t>
            </a:r>
          </a:p>
        </p:txBody>
      </p:sp>
      <p:pic>
        <p:nvPicPr>
          <p:cNvPr id="4" name="Picture 3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37360"/>
            <a:ext cx="3749039" cy="21088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